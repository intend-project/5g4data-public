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84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590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9E868-93FC-1BD6-74F9-3C8046EA765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92575" y="6657340"/>
            <a:ext cx="9906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A6A6A6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879817" y="533666"/>
            <a:ext cx="1085701" cy="914400"/>
          </a:xfrm>
          <a:prstGeom prst="roundRect">
            <a:avLst/>
          </a:prstGeom>
          <a:solidFill>
            <a:srgbClr val="E7F5FF"/>
          </a:solidFill>
          <a:ln>
            <a:solidFill>
              <a:srgbClr val="5BC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/>
            </a:pPr>
            <a:r>
              <a:rPr dirty="0">
                <a:solidFill>
                  <a:schemeClr val="tx1"/>
                </a:solidFill>
              </a:rPr>
              <a:t>Clients</a:t>
            </a:r>
          </a:p>
          <a:p>
            <a:pPr>
              <a:defRPr sz="1000" b="0"/>
            </a:pPr>
            <a:r>
              <a:rPr dirty="0">
                <a:solidFill>
                  <a:schemeClr val="tx1"/>
                </a:solidFill>
              </a:rPr>
              <a:t>- CLI chat client</a:t>
            </a:r>
          </a:p>
          <a:p>
            <a:pPr>
              <a:defRPr sz="1000" b="0"/>
            </a:pPr>
            <a:r>
              <a:rPr dirty="0">
                <a:solidFill>
                  <a:schemeClr val="tx1"/>
                </a:solidFill>
              </a:rPr>
              <a:t>- HTTP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352" y="5650868"/>
            <a:ext cx="3474720" cy="1005840"/>
          </a:xfrm>
          <a:prstGeom prst="roundRect">
            <a:avLst/>
          </a:prstGeom>
          <a:solidFill>
            <a:srgbClr val="F0F0FF"/>
          </a:solidFill>
          <a:ln>
            <a:solidFill>
              <a:srgbClr val="66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/>
            </a:pPr>
            <a:r>
              <a:rPr>
                <a:solidFill>
                  <a:schemeClr val="tx1"/>
                </a:solidFill>
              </a:rPr>
              <a:t>LLM Providers</a:t>
            </a:r>
          </a:p>
          <a:p>
            <a:pPr>
              <a:defRPr sz="900" b="0"/>
            </a:pPr>
            <a:r>
              <a:rPr>
                <a:solidFill>
                  <a:schemeClr val="tx1"/>
                </a:solidFill>
              </a:rPr>
              <a:t>- OpenAI chat completions</a:t>
            </a:r>
          </a:p>
          <a:p>
            <a:pPr>
              <a:defRPr sz="900" b="0"/>
            </a:pPr>
            <a:r>
              <a:rPr>
                <a:solidFill>
                  <a:schemeClr val="tx1"/>
                </a:solidFill>
              </a:rPr>
              <a:t>- Anthropic messages API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F8243BE-9AE4-5310-2C6F-141981C5AB8C}"/>
              </a:ext>
            </a:extLst>
          </p:cNvPr>
          <p:cNvGrpSpPr/>
          <p:nvPr/>
        </p:nvGrpSpPr>
        <p:grpSpPr>
          <a:xfrm>
            <a:off x="676891" y="1840686"/>
            <a:ext cx="7612084" cy="3598206"/>
            <a:chOff x="676891" y="1840686"/>
            <a:chExt cx="7612084" cy="3598206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2F7576FD-71CB-D69A-5958-99DF18E24E37}"/>
                </a:ext>
              </a:extLst>
            </p:cNvPr>
            <p:cNvGrpSpPr/>
            <p:nvPr/>
          </p:nvGrpSpPr>
          <p:grpSpPr>
            <a:xfrm>
              <a:off x="676891" y="1840686"/>
              <a:ext cx="7612084" cy="3598206"/>
              <a:chOff x="278180" y="2327564"/>
              <a:chExt cx="8568937" cy="311132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2159A53-FBC6-0267-8960-5212EAE89BA0}"/>
                  </a:ext>
                </a:extLst>
              </p:cNvPr>
              <p:cNvSpPr/>
              <p:nvPr/>
            </p:nvSpPr>
            <p:spPr>
              <a:xfrm>
                <a:off x="278180" y="2327564"/>
                <a:ext cx="2096117" cy="32063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StandAloneAgent</a:t>
                </a:r>
                <a:endParaRPr lang="en-US" dirty="0"/>
              </a:p>
            </p:txBody>
          </p:sp>
          <p:sp>
            <p:nvSpPr>
              <p:cNvPr id="101" name="Snip Single Corner Rectangle 100">
                <a:extLst>
                  <a:ext uri="{FF2B5EF4-FFF2-40B4-BE49-F238E27FC236}">
                    <a16:creationId xmlns:a16="http://schemas.microsoft.com/office/drawing/2014/main" id="{DF23ABAD-EE55-682E-AF08-9779BC81E125}"/>
                  </a:ext>
                </a:extLst>
              </p:cNvPr>
              <p:cNvSpPr/>
              <p:nvPr/>
            </p:nvSpPr>
            <p:spPr>
              <a:xfrm>
                <a:off x="278181" y="2648198"/>
                <a:ext cx="8568936" cy="2790693"/>
              </a:xfrm>
              <a:prstGeom prst="snip1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dirty="0"/>
              </a:p>
            </p:txBody>
          </p:sp>
        </p:grpSp>
        <p:sp>
          <p:nvSpPr>
            <p:cNvPr id="4" name="Rounded Rectangle 3"/>
            <p:cNvSpPr/>
            <p:nvPr/>
          </p:nvSpPr>
          <p:spPr>
            <a:xfrm>
              <a:off x="1175213" y="2333658"/>
              <a:ext cx="2727465" cy="688768"/>
            </a:xfrm>
            <a:prstGeom prst="roundRect">
              <a:avLst/>
            </a:prstGeom>
            <a:solidFill>
              <a:srgbClr val="E8FFEE"/>
            </a:solidFill>
            <a:ln>
              <a:solidFill>
                <a:srgbClr val="5CB8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/>
              </a:pPr>
              <a:r>
                <a:rPr dirty="0" err="1">
                  <a:solidFill>
                    <a:schemeClr val="tx1"/>
                  </a:solidFill>
                </a:rPr>
                <a:t>FastAPI</a:t>
              </a:r>
              <a:r>
                <a:rPr dirty="0">
                  <a:solidFill>
                    <a:schemeClr val="tx1"/>
                  </a:solidFill>
                </a:rPr>
                <a:t> Service</a:t>
              </a:r>
            </a:p>
            <a:p>
              <a:pPr>
                <a:defRPr sz="900" b="0"/>
              </a:pPr>
              <a:r>
                <a:rPr dirty="0" err="1">
                  <a:solidFill>
                    <a:schemeClr val="tx1"/>
                  </a:solidFill>
                </a:rPr>
                <a:t>api.py</a:t>
              </a:r>
              <a:r>
                <a:rPr dirty="0">
                  <a:solidFill>
                    <a:schemeClr val="tx1"/>
                  </a:solidFill>
                </a:rPr>
                <a:t>: /health, /sessions, /sessions/{id}/messages</a:t>
              </a:r>
            </a:p>
            <a:p>
              <a:pPr>
                <a:defRPr sz="900" b="0"/>
              </a:pPr>
              <a:r>
                <a:rPr dirty="0">
                  <a:solidFill>
                    <a:schemeClr val="tx1"/>
                  </a:solidFill>
                </a:rPr>
                <a:t>In-memory </a:t>
              </a:r>
              <a:r>
                <a:rPr dirty="0" err="1">
                  <a:solidFill>
                    <a:schemeClr val="tx1"/>
                  </a:solidFill>
                </a:rPr>
                <a:t>ChatSession</a:t>
              </a:r>
              <a:r>
                <a:rPr dirty="0">
                  <a:solidFill>
                    <a:schemeClr val="tx1"/>
                  </a:solidFill>
                </a:rPr>
                <a:t> store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572000" y="3279169"/>
              <a:ext cx="1784857" cy="572392"/>
            </a:xfrm>
            <a:prstGeom prst="roundRect">
              <a:avLst/>
            </a:prstGeom>
            <a:solidFill>
              <a:srgbClr val="FFF5E6"/>
            </a:solidFill>
            <a:ln>
              <a:solidFill>
                <a:srgbClr val="F0AD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/>
              </a:pPr>
              <a:r>
                <a:rPr dirty="0">
                  <a:solidFill>
                    <a:schemeClr val="tx1"/>
                  </a:solidFill>
                </a:rPr>
                <a:t>Assistant Response</a:t>
              </a:r>
            </a:p>
            <a:p>
              <a:pPr>
                <a:defRPr sz="900" b="0"/>
              </a:pPr>
              <a:r>
                <a:rPr dirty="0">
                  <a:solidFill>
                    <a:schemeClr val="tx1"/>
                  </a:solidFill>
                </a:rPr>
                <a:t>- Plan summary for confirmation</a:t>
              </a:r>
            </a:p>
            <a:p>
              <a:pPr>
                <a:defRPr sz="900" b="0"/>
              </a:pPr>
              <a:r>
                <a:rPr dirty="0">
                  <a:solidFill>
                    <a:schemeClr val="tx1"/>
                  </a:solidFill>
                </a:rPr>
                <a:t>- Final validated Turtle intent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01585" y="3539295"/>
              <a:ext cx="3474720" cy="713102"/>
            </a:xfrm>
            <a:prstGeom prst="roundRect">
              <a:avLst/>
            </a:prstGeom>
            <a:solidFill>
              <a:srgbClr val="FFEFF5"/>
            </a:solidFill>
            <a:ln>
              <a:solidFill>
                <a:srgbClr val="D953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/>
              </a:pPr>
              <a:r>
                <a:rPr dirty="0" err="1">
                  <a:solidFill>
                    <a:schemeClr val="tx1"/>
                  </a:solidFill>
                </a:rPr>
                <a:t>AgentCore</a:t>
              </a:r>
              <a:r>
                <a:rPr dirty="0">
                  <a:solidFill>
                    <a:schemeClr val="tx1"/>
                  </a:solidFill>
                </a:rPr>
                <a:t> (</a:t>
              </a:r>
              <a:r>
                <a:rPr dirty="0" err="1">
                  <a:solidFill>
                    <a:schemeClr val="tx1"/>
                  </a:solidFill>
                </a:rPr>
                <a:t>agent.py</a:t>
              </a:r>
              <a:r>
                <a:rPr dirty="0">
                  <a:solidFill>
                    <a:schemeClr val="tx1"/>
                  </a:solidFill>
                </a:rPr>
                <a:t>)</a:t>
              </a:r>
            </a:p>
            <a:p>
              <a:pPr>
                <a:defRPr sz="900" b="0"/>
              </a:pPr>
              <a:r>
                <a:rPr dirty="0">
                  <a:solidFill>
                    <a:schemeClr val="tx1"/>
                  </a:solidFill>
                </a:rPr>
                <a:t>Prompt builder | Output policy + validation + repair</a:t>
              </a:r>
            </a:p>
            <a:p>
              <a:pPr>
                <a:defRPr sz="900" b="0"/>
              </a:pPr>
              <a:r>
                <a:rPr dirty="0">
                  <a:solidFill>
                    <a:schemeClr val="tx1"/>
                  </a:solidFill>
                </a:rPr>
                <a:t>Human confirmation step | Optional JSONL LLM transcript logger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4377" y="4645621"/>
              <a:ext cx="3564972" cy="721426"/>
            </a:xfrm>
            <a:prstGeom prst="roundRect">
              <a:avLst/>
            </a:prstGeom>
            <a:solidFill>
              <a:srgbClr val="F5F5F5"/>
            </a:solidFill>
            <a:ln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/>
              </a:pPr>
              <a:r>
                <a:rPr dirty="0">
                  <a:solidFill>
                    <a:schemeClr val="tx1"/>
                  </a:solidFill>
                </a:rPr>
                <a:t>Tool adapters / grounding</a:t>
              </a:r>
            </a:p>
            <a:p>
              <a:pPr>
                <a:defRPr sz="800" b="0"/>
              </a:pPr>
              <a:r>
                <a:rPr dirty="0">
                  <a:solidFill>
                    <a:schemeClr val="tx1"/>
                  </a:solidFill>
                </a:rPr>
                <a:t>- </a:t>
              </a:r>
              <a:r>
                <a:rPr dirty="0" err="1">
                  <a:solidFill>
                    <a:schemeClr val="tx1"/>
                  </a:solidFill>
                </a:rPr>
                <a:t>WorkloadCatalogueClient</a:t>
              </a:r>
              <a:r>
                <a:rPr dirty="0">
                  <a:solidFill>
                    <a:schemeClr val="tx1"/>
                  </a:solidFill>
                </a:rPr>
                <a:t> (</a:t>
              </a:r>
              <a:r>
                <a:rPr dirty="0" err="1">
                  <a:solidFill>
                    <a:schemeClr val="tx1"/>
                  </a:solidFill>
                </a:rPr>
                <a:t>ChartMuseum</a:t>
              </a:r>
              <a:r>
                <a:rPr dirty="0">
                  <a:solidFill>
                    <a:schemeClr val="tx1"/>
                  </a:solidFill>
                </a:rPr>
                <a:t> + </a:t>
              </a:r>
              <a:r>
                <a:rPr dirty="0" err="1">
                  <a:solidFill>
                    <a:schemeClr val="tx1"/>
                  </a:solidFill>
                </a:rPr>
                <a:t>values.yaml</a:t>
              </a:r>
              <a:r>
                <a:rPr dirty="0">
                  <a:solidFill>
                    <a:schemeClr val="tx1"/>
                  </a:solidFill>
                </a:rPr>
                <a:t> objectives from .</a:t>
              </a:r>
              <a:r>
                <a:rPr dirty="0" err="1">
                  <a:solidFill>
                    <a:schemeClr val="tx1"/>
                  </a:solidFill>
                </a:rPr>
                <a:t>tgz</a:t>
              </a:r>
              <a:r>
                <a:rPr dirty="0">
                  <a:solidFill>
                    <a:schemeClr val="tx1"/>
                  </a:solidFill>
                </a:rPr>
                <a:t>)</a:t>
              </a:r>
            </a:p>
            <a:p>
              <a:pPr>
                <a:defRPr sz="800" b="0"/>
              </a:pPr>
              <a:r>
                <a:rPr dirty="0">
                  <a:solidFill>
                    <a:schemeClr val="tx1"/>
                  </a:solidFill>
                </a:rPr>
                <a:t>- </a:t>
              </a:r>
              <a:r>
                <a:rPr dirty="0" err="1">
                  <a:solidFill>
                    <a:schemeClr val="tx1"/>
                  </a:solidFill>
                </a:rPr>
                <a:t>GraphDBClient</a:t>
              </a:r>
              <a:r>
                <a:rPr dirty="0">
                  <a:solidFill>
                    <a:schemeClr val="tx1"/>
                  </a:solidFill>
                </a:rPr>
                <a:t> (SPARQL edge candidates: </a:t>
              </a:r>
              <a:r>
                <a:rPr dirty="0" err="1">
                  <a:solidFill>
                    <a:schemeClr val="tx1"/>
                  </a:solidFill>
                </a:rPr>
                <a:t>clusterId</a:t>
              </a:r>
              <a:r>
                <a:rPr dirty="0">
                  <a:solidFill>
                    <a:schemeClr val="tx1"/>
                  </a:solidFill>
                </a:rPr>
                <a:t> + </a:t>
              </a:r>
              <a:r>
                <a:rPr dirty="0" err="1">
                  <a:solidFill>
                    <a:schemeClr val="tx1"/>
                  </a:solidFill>
                </a:rPr>
                <a:t>lat</a:t>
              </a:r>
              <a:r>
                <a:rPr dirty="0">
                  <a:solidFill>
                    <a:schemeClr val="tx1"/>
                  </a:solidFill>
                </a:rPr>
                <a:t>/long)</a:t>
              </a:r>
            </a:p>
            <a:p>
              <a:pPr>
                <a:defRPr sz="800" b="0"/>
              </a:pPr>
              <a:r>
                <a:rPr dirty="0">
                  <a:solidFill>
                    <a:schemeClr val="tx1"/>
                  </a:solidFill>
                </a:rPr>
                <a:t>- </a:t>
              </a:r>
              <a:r>
                <a:rPr dirty="0" err="1">
                  <a:solidFill>
                    <a:schemeClr val="tx1"/>
                  </a:solidFill>
                </a:rPr>
                <a:t>OntologyReader</a:t>
              </a:r>
              <a:r>
                <a:rPr dirty="0">
                  <a:solidFill>
                    <a:schemeClr val="tx1"/>
                  </a:solidFill>
                </a:rPr>
                <a:t> (local ontology + example intents)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74377" y="3962394"/>
              <a:ext cx="1554480" cy="572393"/>
            </a:xfrm>
            <a:prstGeom prst="roundRect">
              <a:avLst/>
            </a:prstGeom>
            <a:solidFill>
              <a:srgbClr val="FFFFD2"/>
            </a:solidFill>
            <a:ln>
              <a:solidFill>
                <a:srgbClr val="CC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0"/>
              </a:pPr>
              <a:r>
                <a:rPr dirty="0">
                  <a:solidFill>
                    <a:schemeClr val="tx1"/>
                  </a:solidFill>
                </a:rPr>
                <a:t>Geocode locality</a:t>
              </a:r>
            </a:p>
            <a:p>
              <a:pPr>
                <a:defRPr sz="800" b="0"/>
              </a:pPr>
              <a:r>
                <a:rPr dirty="0">
                  <a:solidFill>
                    <a:schemeClr val="tx1"/>
                  </a:solidFill>
                </a:rPr>
                <a:t>(</a:t>
              </a:r>
              <a:r>
                <a:rPr dirty="0" err="1">
                  <a:solidFill>
                    <a:schemeClr val="tx1"/>
                  </a:solidFill>
                </a:rPr>
                <a:t>Nominatim</a:t>
              </a:r>
              <a:r>
                <a:rPr dirty="0">
                  <a:solidFill>
                    <a:schemeClr val="tx1"/>
                  </a:solidFill>
                </a:rPr>
                <a:t>)</a:t>
              </a:r>
            </a:p>
            <a:p>
              <a:pPr>
                <a:defRPr sz="800" b="0"/>
              </a:pPr>
              <a:r>
                <a:rPr dirty="0">
                  <a:solidFill>
                    <a:schemeClr val="tx1"/>
                  </a:solidFill>
                </a:rPr>
                <a:t>+ Haversine nearest DC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75566" y="2327564"/>
              <a:ext cx="2324295" cy="840772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AAAA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0"/>
              </a:pPr>
              <a:r>
                <a:rPr dirty="0" err="1">
                  <a:solidFill>
                    <a:schemeClr val="tx1"/>
                  </a:solidFill>
                </a:rPr>
                <a:t>config.py</a:t>
              </a:r>
              <a:r>
                <a:rPr dirty="0">
                  <a:solidFill>
                    <a:schemeClr val="tx1"/>
                  </a:solidFill>
                </a:rPr>
                <a:t> </a:t>
              </a:r>
              <a:endParaRPr lang="nb-NO" dirty="0">
                <a:solidFill>
                  <a:schemeClr val="tx1"/>
                </a:solidFill>
              </a:endParaRPr>
            </a:p>
            <a:p>
              <a:pPr algn="ctr">
                <a:defRPr sz="900" b="0"/>
              </a:pPr>
              <a:r>
                <a:rPr dirty="0">
                  <a:solidFill>
                    <a:schemeClr val="tx1"/>
                  </a:solidFill>
                </a:rPr>
                <a:t>.env: </a:t>
              </a:r>
              <a:endParaRPr lang="nb-NO" dirty="0">
                <a:solidFill>
                  <a:schemeClr val="tx1"/>
                </a:solidFill>
              </a:endParaRPr>
            </a:p>
            <a:p>
              <a:pPr algn="ctr">
                <a:defRPr sz="900" b="0"/>
              </a:pPr>
              <a:r>
                <a:rPr dirty="0">
                  <a:solidFill>
                    <a:schemeClr val="tx1"/>
                  </a:solidFill>
                </a:rPr>
                <a:t>provider, </a:t>
              </a:r>
              <a:endParaRPr lang="nb-NO" dirty="0">
                <a:solidFill>
                  <a:schemeClr val="tx1"/>
                </a:solidFill>
              </a:endParaRPr>
            </a:p>
            <a:p>
              <a:pPr algn="ctr">
                <a:defRPr sz="900" b="0"/>
              </a:pPr>
              <a:r>
                <a:rPr dirty="0">
                  <a:solidFill>
                    <a:schemeClr val="tx1"/>
                  </a:solidFill>
                </a:rPr>
                <a:t>model, API keys, endpoints, limits, </a:t>
              </a:r>
              <a:endParaRPr lang="nb-NO" dirty="0">
                <a:solidFill>
                  <a:schemeClr val="tx1"/>
                </a:solidFill>
              </a:endParaRPr>
            </a:p>
            <a:p>
              <a:pPr algn="ctr">
                <a:defRPr sz="900" b="0"/>
              </a:pPr>
              <a:r>
                <a:rPr dirty="0">
                  <a:solidFill>
                    <a:schemeClr val="tx1"/>
                  </a:solidFill>
                </a:rPr>
                <a:t>defaults (handler=inServ, owner=</a:t>
              </a:r>
              <a:r>
                <a:rPr dirty="0" err="1">
                  <a:solidFill>
                    <a:schemeClr val="tx1"/>
                  </a:solidFill>
                </a:rPr>
                <a:t>inChat</a:t>
              </a:r>
              <a:r>
                <a:rPr dirty="0">
                  <a:solidFill>
                    <a:schemeClr val="tx1"/>
                  </a:solidFill>
                </a:rPr>
                <a:t>)</a:t>
              </a:r>
            </a:p>
          </p:txBody>
        </p:sp>
      </p:grpSp>
      <p:cxnSp>
        <p:nvCxnSpPr>
          <p:cNvPr id="11" name="Connector 10"/>
          <p:cNvCxnSpPr>
            <a:cxnSpLocks/>
            <a:stCxn id="3" idx="2"/>
            <a:endCxn id="4" idx="0"/>
          </p:cNvCxnSpPr>
          <p:nvPr/>
        </p:nvCxnSpPr>
        <p:spPr>
          <a:xfrm flipH="1">
            <a:off x="2538946" y="1448066"/>
            <a:ext cx="1883722" cy="885592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4" idx="2"/>
            <a:endCxn id="6" idx="0"/>
          </p:cNvCxnSpPr>
          <p:nvPr/>
        </p:nvCxnSpPr>
        <p:spPr>
          <a:xfrm flipH="1">
            <a:off x="2538945" y="3022426"/>
            <a:ext cx="1" cy="516869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6" idx="3"/>
            <a:endCxn id="5" idx="1"/>
          </p:cNvCxnSpPr>
          <p:nvPr/>
        </p:nvCxnSpPr>
        <p:spPr>
          <a:xfrm flipV="1">
            <a:off x="4276305" y="3565365"/>
            <a:ext cx="295695" cy="330481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6" idx="2"/>
            <a:endCxn id="7" idx="0"/>
          </p:cNvCxnSpPr>
          <p:nvPr/>
        </p:nvCxnSpPr>
        <p:spPr>
          <a:xfrm>
            <a:off x="2538945" y="4252397"/>
            <a:ext cx="350767" cy="1398471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6" idx="3"/>
            <a:endCxn id="9" idx="1"/>
          </p:cNvCxnSpPr>
          <p:nvPr/>
        </p:nvCxnSpPr>
        <p:spPr>
          <a:xfrm>
            <a:off x="4276305" y="3895846"/>
            <a:ext cx="298072" cy="352745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88385" y="4069080"/>
            <a:ext cx="182880" cy="0"/>
          </a:xfrm>
          <a:prstGeom prst="line">
            <a:avLst/>
          </a:prstGeom>
          <a:ln w="1524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4">
            <a:extLst>
              <a:ext uri="{FF2B5EF4-FFF2-40B4-BE49-F238E27FC236}">
                <a16:creationId xmlns:a16="http://schemas.microsoft.com/office/drawing/2014/main" id="{88A4A499-C8FF-48F8-3F6B-F67B0D61D8AD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4276305" y="3895846"/>
            <a:ext cx="298072" cy="1110488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10">
            <a:extLst>
              <a:ext uri="{FF2B5EF4-FFF2-40B4-BE49-F238E27FC236}">
                <a16:creationId xmlns:a16="http://schemas.microsoft.com/office/drawing/2014/main" id="{067F2C1D-D9A9-ABBA-CB60-B57958B881E4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>
          <a:xfrm flipH="1">
            <a:off x="4276305" y="2747950"/>
            <a:ext cx="299261" cy="1147896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151</Words>
  <Application>Microsoft Macintosh PowerPoint</Application>
  <PresentationFormat>On-screen Show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Arne Munch-Ellingsen</cp:lastModifiedBy>
  <cp:revision>3</cp:revision>
  <dcterms:created xsi:type="dcterms:W3CDTF">2013-01-27T09:14:16Z</dcterms:created>
  <dcterms:modified xsi:type="dcterms:W3CDTF">2026-04-17T06:29:14Z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Sensitivity: Internal</vt:lpwstr>
  </property>
</Properties>
</file>